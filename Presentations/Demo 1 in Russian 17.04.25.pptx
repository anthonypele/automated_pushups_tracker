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3" r:id="rId5"/>
    <p:sldId id="258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731293-8456-4074-87D4-7C4DB5E82AC0}" type="doc">
      <dgm:prSet loTypeId="urn:microsoft.com/office/officeart/2005/8/layout/cycle5" loCatId="cycle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0B96FC62-E9E5-4884-AE6B-0D9739BA2E17}">
      <dgm:prSet phldrT="[Текст]"/>
      <dgm:spPr/>
      <dgm:t>
        <a:bodyPr/>
        <a:lstStyle/>
        <a:p>
          <a:r>
            <a:rPr lang="ru-RU" dirty="0"/>
            <a:t>Придумать что хочу</a:t>
          </a:r>
        </a:p>
      </dgm:t>
    </dgm:pt>
    <dgm:pt modelId="{9DE9E246-358C-4D3F-BB56-DC5B21BAC759}" type="parTrans" cxnId="{D504F244-472B-4380-86DD-4FCA50EC4819}">
      <dgm:prSet/>
      <dgm:spPr/>
      <dgm:t>
        <a:bodyPr/>
        <a:lstStyle/>
        <a:p>
          <a:endParaRPr lang="ru-RU"/>
        </a:p>
      </dgm:t>
    </dgm:pt>
    <dgm:pt modelId="{D6DABEB4-DE2F-481C-A77D-33FB860E9E86}" type="sibTrans" cxnId="{D504F244-472B-4380-86DD-4FCA50EC4819}">
      <dgm:prSet/>
      <dgm:spPr/>
      <dgm:t>
        <a:bodyPr/>
        <a:lstStyle/>
        <a:p>
          <a:endParaRPr lang="ru-RU"/>
        </a:p>
      </dgm:t>
    </dgm:pt>
    <dgm:pt modelId="{23831A60-765B-41F6-A943-B8FDF1C782CE}">
      <dgm:prSet phldrT="[Текст]"/>
      <dgm:spPr/>
      <dgm:t>
        <a:bodyPr/>
        <a:lstStyle/>
        <a:p>
          <a:r>
            <a:rPr lang="ru-RU" dirty="0"/>
            <a:t>Спросить </a:t>
          </a:r>
          <a:r>
            <a:rPr lang="ru-RU" dirty="0" err="1"/>
            <a:t>чатГПТ</a:t>
          </a:r>
          <a:endParaRPr lang="ru-RU" dirty="0"/>
        </a:p>
      </dgm:t>
    </dgm:pt>
    <dgm:pt modelId="{177C5BEE-535E-41A8-8AAA-DBDF41B78EA3}" type="parTrans" cxnId="{71C91E23-6F0F-4F51-8BF5-03E69376755C}">
      <dgm:prSet/>
      <dgm:spPr/>
      <dgm:t>
        <a:bodyPr/>
        <a:lstStyle/>
        <a:p>
          <a:endParaRPr lang="ru-RU"/>
        </a:p>
      </dgm:t>
    </dgm:pt>
    <dgm:pt modelId="{02327E9C-85FC-4311-8BD1-F554F59716AB}" type="sibTrans" cxnId="{71C91E23-6F0F-4F51-8BF5-03E69376755C}">
      <dgm:prSet/>
      <dgm:spPr/>
      <dgm:t>
        <a:bodyPr/>
        <a:lstStyle/>
        <a:p>
          <a:endParaRPr lang="ru-RU"/>
        </a:p>
      </dgm:t>
    </dgm:pt>
    <dgm:pt modelId="{0FB83C14-967F-49B3-9D7E-8E4A1D7CEC0D}">
      <dgm:prSet phldrT="[Текст]"/>
      <dgm:spPr/>
      <dgm:t>
        <a:bodyPr/>
        <a:lstStyle/>
        <a:p>
          <a:r>
            <a:rPr lang="ru-RU" dirty="0"/>
            <a:t>Разобраться в коде от </a:t>
          </a:r>
          <a:r>
            <a:rPr lang="ru-RU" dirty="0" err="1"/>
            <a:t>чатаГПТ</a:t>
          </a:r>
          <a:endParaRPr lang="ru-RU" dirty="0"/>
        </a:p>
      </dgm:t>
    </dgm:pt>
    <dgm:pt modelId="{2CF27C15-76A0-4E01-9A48-EB3E63E7A9E1}" type="parTrans" cxnId="{B13D4E0D-88F9-4B62-86DB-889FFA7FDEDF}">
      <dgm:prSet/>
      <dgm:spPr/>
      <dgm:t>
        <a:bodyPr/>
        <a:lstStyle/>
        <a:p>
          <a:endParaRPr lang="ru-RU"/>
        </a:p>
      </dgm:t>
    </dgm:pt>
    <dgm:pt modelId="{5F871A4A-3A56-4BDA-9FFC-72BED487B7E7}" type="sibTrans" cxnId="{B13D4E0D-88F9-4B62-86DB-889FFA7FDEDF}">
      <dgm:prSet/>
      <dgm:spPr/>
      <dgm:t>
        <a:bodyPr/>
        <a:lstStyle/>
        <a:p>
          <a:endParaRPr lang="ru-RU"/>
        </a:p>
      </dgm:t>
    </dgm:pt>
    <dgm:pt modelId="{C6A783E4-6682-47B3-89D1-04D2055C2C98}">
      <dgm:prSet phldrT="[Текст]"/>
      <dgm:spPr/>
      <dgm:t>
        <a:bodyPr/>
        <a:lstStyle/>
        <a:p>
          <a:r>
            <a:rPr lang="ru-RU" dirty="0"/>
            <a:t>Переписать код руками для тренировки</a:t>
          </a:r>
        </a:p>
      </dgm:t>
    </dgm:pt>
    <dgm:pt modelId="{2C09B7F6-A746-4073-98C1-538517A9C848}" type="parTrans" cxnId="{28113708-4346-4252-9770-7A8689614118}">
      <dgm:prSet/>
      <dgm:spPr/>
      <dgm:t>
        <a:bodyPr/>
        <a:lstStyle/>
        <a:p>
          <a:endParaRPr lang="ru-RU"/>
        </a:p>
      </dgm:t>
    </dgm:pt>
    <dgm:pt modelId="{E4F7D20D-8EF3-49DF-81C9-20A87515EF38}" type="sibTrans" cxnId="{28113708-4346-4252-9770-7A8689614118}">
      <dgm:prSet/>
      <dgm:spPr/>
      <dgm:t>
        <a:bodyPr/>
        <a:lstStyle/>
        <a:p>
          <a:endParaRPr lang="ru-RU"/>
        </a:p>
      </dgm:t>
    </dgm:pt>
    <dgm:pt modelId="{799CDFB7-3B46-43E0-A94D-F8CD1312ACED}">
      <dgm:prSet phldrT="[Текст]"/>
      <dgm:spPr/>
      <dgm:t>
        <a:bodyPr/>
        <a:lstStyle/>
        <a:p>
          <a:r>
            <a:rPr lang="ru-RU" dirty="0"/>
            <a:t>Выполнить код</a:t>
          </a:r>
        </a:p>
      </dgm:t>
    </dgm:pt>
    <dgm:pt modelId="{250D0391-0570-46A4-B25B-A2F8F2C2B246}" type="parTrans" cxnId="{E58B31D5-C17A-48C6-A07C-FA0768B16F40}">
      <dgm:prSet/>
      <dgm:spPr/>
      <dgm:t>
        <a:bodyPr/>
        <a:lstStyle/>
        <a:p>
          <a:endParaRPr lang="ru-RU"/>
        </a:p>
      </dgm:t>
    </dgm:pt>
    <dgm:pt modelId="{ECCF4845-157C-4965-9B52-37741258A4CF}" type="sibTrans" cxnId="{E58B31D5-C17A-48C6-A07C-FA0768B16F40}">
      <dgm:prSet/>
      <dgm:spPr/>
      <dgm:t>
        <a:bodyPr/>
        <a:lstStyle/>
        <a:p>
          <a:endParaRPr lang="ru-RU"/>
        </a:p>
      </dgm:t>
    </dgm:pt>
    <dgm:pt modelId="{9BD2627D-BD04-40C9-98F8-D8E1B91476E3}" type="pres">
      <dgm:prSet presAssocID="{E4731293-8456-4074-87D4-7C4DB5E82AC0}" presName="cycle" presStyleCnt="0">
        <dgm:presLayoutVars>
          <dgm:dir/>
          <dgm:resizeHandles val="exact"/>
        </dgm:presLayoutVars>
      </dgm:prSet>
      <dgm:spPr/>
    </dgm:pt>
    <dgm:pt modelId="{5077CBFF-4DBD-4570-B8A8-0ED977684E84}" type="pres">
      <dgm:prSet presAssocID="{0B96FC62-E9E5-4884-AE6B-0D9739BA2E17}" presName="node" presStyleLbl="node1" presStyleIdx="0" presStyleCnt="5" custRadScaleRad="100417">
        <dgm:presLayoutVars>
          <dgm:bulletEnabled val="1"/>
        </dgm:presLayoutVars>
      </dgm:prSet>
      <dgm:spPr/>
    </dgm:pt>
    <dgm:pt modelId="{460AB3EA-5100-4EDE-BC49-97FCE8C31276}" type="pres">
      <dgm:prSet presAssocID="{0B96FC62-E9E5-4884-AE6B-0D9739BA2E17}" presName="spNode" presStyleCnt="0"/>
      <dgm:spPr/>
    </dgm:pt>
    <dgm:pt modelId="{3E818F7A-4BF5-4EAD-8DB7-031278C1581F}" type="pres">
      <dgm:prSet presAssocID="{D6DABEB4-DE2F-481C-A77D-33FB860E9E86}" presName="sibTrans" presStyleLbl="sibTrans1D1" presStyleIdx="0" presStyleCnt="5"/>
      <dgm:spPr/>
    </dgm:pt>
    <dgm:pt modelId="{F21A9A7A-D363-4033-A486-EE6AB40658D5}" type="pres">
      <dgm:prSet presAssocID="{23831A60-765B-41F6-A943-B8FDF1C782CE}" presName="node" presStyleLbl="node1" presStyleIdx="1" presStyleCnt="5" custRadScaleRad="103705" custRadScaleInc="-229">
        <dgm:presLayoutVars>
          <dgm:bulletEnabled val="1"/>
        </dgm:presLayoutVars>
      </dgm:prSet>
      <dgm:spPr/>
    </dgm:pt>
    <dgm:pt modelId="{23FAE266-E1BB-4FA8-BBD6-E832186121E5}" type="pres">
      <dgm:prSet presAssocID="{23831A60-765B-41F6-A943-B8FDF1C782CE}" presName="spNode" presStyleCnt="0"/>
      <dgm:spPr/>
    </dgm:pt>
    <dgm:pt modelId="{23A1AB4F-34B2-4BE9-AC33-83C6B5AD4784}" type="pres">
      <dgm:prSet presAssocID="{02327E9C-85FC-4311-8BD1-F554F59716AB}" presName="sibTrans" presStyleLbl="sibTrans1D1" presStyleIdx="1" presStyleCnt="5"/>
      <dgm:spPr/>
    </dgm:pt>
    <dgm:pt modelId="{54F30F8A-8076-4523-BF36-463DC6DBFF2F}" type="pres">
      <dgm:prSet presAssocID="{0FB83C14-967F-49B3-9D7E-8E4A1D7CEC0D}" presName="node" presStyleLbl="node1" presStyleIdx="2" presStyleCnt="5">
        <dgm:presLayoutVars>
          <dgm:bulletEnabled val="1"/>
        </dgm:presLayoutVars>
      </dgm:prSet>
      <dgm:spPr/>
    </dgm:pt>
    <dgm:pt modelId="{B3A6230D-B471-4FBD-94F4-24B567E3512E}" type="pres">
      <dgm:prSet presAssocID="{0FB83C14-967F-49B3-9D7E-8E4A1D7CEC0D}" presName="spNode" presStyleCnt="0"/>
      <dgm:spPr/>
    </dgm:pt>
    <dgm:pt modelId="{72FBAE65-E404-4993-9FF2-7595346E6FEE}" type="pres">
      <dgm:prSet presAssocID="{5F871A4A-3A56-4BDA-9FFC-72BED487B7E7}" presName="sibTrans" presStyleLbl="sibTrans1D1" presStyleIdx="2" presStyleCnt="5"/>
      <dgm:spPr/>
    </dgm:pt>
    <dgm:pt modelId="{F9ECE0C4-2159-490C-9DE4-C284751BD1D6}" type="pres">
      <dgm:prSet presAssocID="{C6A783E4-6682-47B3-89D1-04D2055C2C98}" presName="node" presStyleLbl="node1" presStyleIdx="3" presStyleCnt="5">
        <dgm:presLayoutVars>
          <dgm:bulletEnabled val="1"/>
        </dgm:presLayoutVars>
      </dgm:prSet>
      <dgm:spPr/>
    </dgm:pt>
    <dgm:pt modelId="{F2DE4A08-FE4E-4896-B6E1-F6A79D0CD8EF}" type="pres">
      <dgm:prSet presAssocID="{C6A783E4-6682-47B3-89D1-04D2055C2C98}" presName="spNode" presStyleCnt="0"/>
      <dgm:spPr/>
    </dgm:pt>
    <dgm:pt modelId="{924546D4-999C-42BB-9C6F-1405F6ADA231}" type="pres">
      <dgm:prSet presAssocID="{E4F7D20D-8EF3-49DF-81C9-20A87515EF38}" presName="sibTrans" presStyleLbl="sibTrans1D1" presStyleIdx="3" presStyleCnt="5"/>
      <dgm:spPr/>
    </dgm:pt>
    <dgm:pt modelId="{780656E6-D7A0-4895-940C-E724AF2BAD2B}" type="pres">
      <dgm:prSet presAssocID="{799CDFB7-3B46-43E0-A94D-F8CD1312ACED}" presName="node" presStyleLbl="node1" presStyleIdx="4" presStyleCnt="5" custRadScaleRad="99523" custRadScaleInc="-3603">
        <dgm:presLayoutVars>
          <dgm:bulletEnabled val="1"/>
        </dgm:presLayoutVars>
      </dgm:prSet>
      <dgm:spPr/>
    </dgm:pt>
    <dgm:pt modelId="{2BDB18A1-C633-48DC-830D-E56649F9226B}" type="pres">
      <dgm:prSet presAssocID="{799CDFB7-3B46-43E0-A94D-F8CD1312ACED}" presName="spNode" presStyleCnt="0"/>
      <dgm:spPr/>
    </dgm:pt>
    <dgm:pt modelId="{F92B29BA-1CD4-4F25-8721-F88CAB3AADAF}" type="pres">
      <dgm:prSet presAssocID="{ECCF4845-157C-4965-9B52-37741258A4CF}" presName="sibTrans" presStyleLbl="sibTrans1D1" presStyleIdx="4" presStyleCnt="5"/>
      <dgm:spPr/>
    </dgm:pt>
  </dgm:ptLst>
  <dgm:cxnLst>
    <dgm:cxn modelId="{28113708-4346-4252-9770-7A8689614118}" srcId="{E4731293-8456-4074-87D4-7C4DB5E82AC0}" destId="{C6A783E4-6682-47B3-89D1-04D2055C2C98}" srcOrd="3" destOrd="0" parTransId="{2C09B7F6-A746-4073-98C1-538517A9C848}" sibTransId="{E4F7D20D-8EF3-49DF-81C9-20A87515EF38}"/>
    <dgm:cxn modelId="{B13D4E0D-88F9-4B62-86DB-889FFA7FDEDF}" srcId="{E4731293-8456-4074-87D4-7C4DB5E82AC0}" destId="{0FB83C14-967F-49B3-9D7E-8E4A1D7CEC0D}" srcOrd="2" destOrd="0" parTransId="{2CF27C15-76A0-4E01-9A48-EB3E63E7A9E1}" sibTransId="{5F871A4A-3A56-4BDA-9FFC-72BED487B7E7}"/>
    <dgm:cxn modelId="{55CF411D-CD7C-4A99-A90A-444A9042BEEC}" type="presOf" srcId="{E4731293-8456-4074-87D4-7C4DB5E82AC0}" destId="{9BD2627D-BD04-40C9-98F8-D8E1B91476E3}" srcOrd="0" destOrd="0" presId="urn:microsoft.com/office/officeart/2005/8/layout/cycle5"/>
    <dgm:cxn modelId="{C9150023-11D3-447C-BE99-00ABE5AFCC8D}" type="presOf" srcId="{02327E9C-85FC-4311-8BD1-F554F59716AB}" destId="{23A1AB4F-34B2-4BE9-AC33-83C6B5AD4784}" srcOrd="0" destOrd="0" presId="urn:microsoft.com/office/officeart/2005/8/layout/cycle5"/>
    <dgm:cxn modelId="{71C91E23-6F0F-4F51-8BF5-03E69376755C}" srcId="{E4731293-8456-4074-87D4-7C4DB5E82AC0}" destId="{23831A60-765B-41F6-A943-B8FDF1C782CE}" srcOrd="1" destOrd="0" parTransId="{177C5BEE-535E-41A8-8AAA-DBDF41B78EA3}" sibTransId="{02327E9C-85FC-4311-8BD1-F554F59716AB}"/>
    <dgm:cxn modelId="{15E1AF2C-CB74-4E02-ADE7-76B2939896AF}" type="presOf" srcId="{23831A60-765B-41F6-A943-B8FDF1C782CE}" destId="{F21A9A7A-D363-4033-A486-EE6AB40658D5}" srcOrd="0" destOrd="0" presId="urn:microsoft.com/office/officeart/2005/8/layout/cycle5"/>
    <dgm:cxn modelId="{01746F35-3F4A-4429-99D6-12B8AD213353}" type="presOf" srcId="{799CDFB7-3B46-43E0-A94D-F8CD1312ACED}" destId="{780656E6-D7A0-4895-940C-E724AF2BAD2B}" srcOrd="0" destOrd="0" presId="urn:microsoft.com/office/officeart/2005/8/layout/cycle5"/>
    <dgm:cxn modelId="{D504F244-472B-4380-86DD-4FCA50EC4819}" srcId="{E4731293-8456-4074-87D4-7C4DB5E82AC0}" destId="{0B96FC62-E9E5-4884-AE6B-0D9739BA2E17}" srcOrd="0" destOrd="0" parTransId="{9DE9E246-358C-4D3F-BB56-DC5B21BAC759}" sibTransId="{D6DABEB4-DE2F-481C-A77D-33FB860E9E86}"/>
    <dgm:cxn modelId="{50DB7581-1763-44DF-8D3D-2A8C54806173}" type="presOf" srcId="{C6A783E4-6682-47B3-89D1-04D2055C2C98}" destId="{F9ECE0C4-2159-490C-9DE4-C284751BD1D6}" srcOrd="0" destOrd="0" presId="urn:microsoft.com/office/officeart/2005/8/layout/cycle5"/>
    <dgm:cxn modelId="{50A32790-2353-4D0A-8B79-E80732430A02}" type="presOf" srcId="{E4F7D20D-8EF3-49DF-81C9-20A87515EF38}" destId="{924546D4-999C-42BB-9C6F-1405F6ADA231}" srcOrd="0" destOrd="0" presId="urn:microsoft.com/office/officeart/2005/8/layout/cycle5"/>
    <dgm:cxn modelId="{06AB09AA-69A1-4C11-82D6-EA1C5733726A}" type="presOf" srcId="{0B96FC62-E9E5-4884-AE6B-0D9739BA2E17}" destId="{5077CBFF-4DBD-4570-B8A8-0ED977684E84}" srcOrd="0" destOrd="0" presId="urn:microsoft.com/office/officeart/2005/8/layout/cycle5"/>
    <dgm:cxn modelId="{18C1B1AF-C1DC-4BB0-9335-3AB0C6FD969F}" type="presOf" srcId="{5F871A4A-3A56-4BDA-9FFC-72BED487B7E7}" destId="{72FBAE65-E404-4993-9FF2-7595346E6FEE}" srcOrd="0" destOrd="0" presId="urn:microsoft.com/office/officeart/2005/8/layout/cycle5"/>
    <dgm:cxn modelId="{A3C1A8BF-FBB0-4A46-BC1A-EBEC70F7386C}" type="presOf" srcId="{D6DABEB4-DE2F-481C-A77D-33FB860E9E86}" destId="{3E818F7A-4BF5-4EAD-8DB7-031278C1581F}" srcOrd="0" destOrd="0" presId="urn:microsoft.com/office/officeart/2005/8/layout/cycle5"/>
    <dgm:cxn modelId="{93E438D4-426C-40B9-ADDA-763F33D511C6}" type="presOf" srcId="{ECCF4845-157C-4965-9B52-37741258A4CF}" destId="{F92B29BA-1CD4-4F25-8721-F88CAB3AADAF}" srcOrd="0" destOrd="0" presId="urn:microsoft.com/office/officeart/2005/8/layout/cycle5"/>
    <dgm:cxn modelId="{E58B31D5-C17A-48C6-A07C-FA0768B16F40}" srcId="{E4731293-8456-4074-87D4-7C4DB5E82AC0}" destId="{799CDFB7-3B46-43E0-A94D-F8CD1312ACED}" srcOrd="4" destOrd="0" parTransId="{250D0391-0570-46A4-B25B-A2F8F2C2B246}" sibTransId="{ECCF4845-157C-4965-9B52-37741258A4CF}"/>
    <dgm:cxn modelId="{B420BAE2-6DC4-4274-8879-952D9E3DE006}" type="presOf" srcId="{0FB83C14-967F-49B3-9D7E-8E4A1D7CEC0D}" destId="{54F30F8A-8076-4523-BF36-463DC6DBFF2F}" srcOrd="0" destOrd="0" presId="urn:microsoft.com/office/officeart/2005/8/layout/cycle5"/>
    <dgm:cxn modelId="{922D9B02-53ED-4782-B122-F139472C64F8}" type="presParOf" srcId="{9BD2627D-BD04-40C9-98F8-D8E1B91476E3}" destId="{5077CBFF-4DBD-4570-B8A8-0ED977684E84}" srcOrd="0" destOrd="0" presId="urn:microsoft.com/office/officeart/2005/8/layout/cycle5"/>
    <dgm:cxn modelId="{848E0E5B-2788-4A5C-8236-B1539AC1A4A8}" type="presParOf" srcId="{9BD2627D-BD04-40C9-98F8-D8E1B91476E3}" destId="{460AB3EA-5100-4EDE-BC49-97FCE8C31276}" srcOrd="1" destOrd="0" presId="urn:microsoft.com/office/officeart/2005/8/layout/cycle5"/>
    <dgm:cxn modelId="{2DC83E7A-235C-4071-A18E-052C6411C8B6}" type="presParOf" srcId="{9BD2627D-BD04-40C9-98F8-D8E1B91476E3}" destId="{3E818F7A-4BF5-4EAD-8DB7-031278C1581F}" srcOrd="2" destOrd="0" presId="urn:microsoft.com/office/officeart/2005/8/layout/cycle5"/>
    <dgm:cxn modelId="{BA90EDF2-2EE2-4750-96FE-45984C0FDC89}" type="presParOf" srcId="{9BD2627D-BD04-40C9-98F8-D8E1B91476E3}" destId="{F21A9A7A-D363-4033-A486-EE6AB40658D5}" srcOrd="3" destOrd="0" presId="urn:microsoft.com/office/officeart/2005/8/layout/cycle5"/>
    <dgm:cxn modelId="{F3F4EBC9-6BD8-4479-BD9E-B4B2B10A32FD}" type="presParOf" srcId="{9BD2627D-BD04-40C9-98F8-D8E1B91476E3}" destId="{23FAE266-E1BB-4FA8-BBD6-E832186121E5}" srcOrd="4" destOrd="0" presId="urn:microsoft.com/office/officeart/2005/8/layout/cycle5"/>
    <dgm:cxn modelId="{70035743-6129-4FFD-9E43-0698728DDF7F}" type="presParOf" srcId="{9BD2627D-BD04-40C9-98F8-D8E1B91476E3}" destId="{23A1AB4F-34B2-4BE9-AC33-83C6B5AD4784}" srcOrd="5" destOrd="0" presId="urn:microsoft.com/office/officeart/2005/8/layout/cycle5"/>
    <dgm:cxn modelId="{BB583E29-648D-4FBA-A108-5A261F304C57}" type="presParOf" srcId="{9BD2627D-BD04-40C9-98F8-D8E1B91476E3}" destId="{54F30F8A-8076-4523-BF36-463DC6DBFF2F}" srcOrd="6" destOrd="0" presId="urn:microsoft.com/office/officeart/2005/8/layout/cycle5"/>
    <dgm:cxn modelId="{7C68DF0F-5284-439C-848A-505BE41C4BEA}" type="presParOf" srcId="{9BD2627D-BD04-40C9-98F8-D8E1B91476E3}" destId="{B3A6230D-B471-4FBD-94F4-24B567E3512E}" srcOrd="7" destOrd="0" presId="urn:microsoft.com/office/officeart/2005/8/layout/cycle5"/>
    <dgm:cxn modelId="{A3A9994F-1096-495B-988E-DA1C5F2DB052}" type="presParOf" srcId="{9BD2627D-BD04-40C9-98F8-D8E1B91476E3}" destId="{72FBAE65-E404-4993-9FF2-7595346E6FEE}" srcOrd="8" destOrd="0" presId="urn:microsoft.com/office/officeart/2005/8/layout/cycle5"/>
    <dgm:cxn modelId="{89EA1A48-F068-45B2-B645-5E5371FC0176}" type="presParOf" srcId="{9BD2627D-BD04-40C9-98F8-D8E1B91476E3}" destId="{F9ECE0C4-2159-490C-9DE4-C284751BD1D6}" srcOrd="9" destOrd="0" presId="urn:microsoft.com/office/officeart/2005/8/layout/cycle5"/>
    <dgm:cxn modelId="{9EE59A01-D9AC-4926-BBE2-5309D93933BD}" type="presParOf" srcId="{9BD2627D-BD04-40C9-98F8-D8E1B91476E3}" destId="{F2DE4A08-FE4E-4896-B6E1-F6A79D0CD8EF}" srcOrd="10" destOrd="0" presId="urn:microsoft.com/office/officeart/2005/8/layout/cycle5"/>
    <dgm:cxn modelId="{ED29D2EC-BE9B-406D-AFEF-F31C0285FA0E}" type="presParOf" srcId="{9BD2627D-BD04-40C9-98F8-D8E1B91476E3}" destId="{924546D4-999C-42BB-9C6F-1405F6ADA231}" srcOrd="11" destOrd="0" presId="urn:microsoft.com/office/officeart/2005/8/layout/cycle5"/>
    <dgm:cxn modelId="{7908F402-1A6B-4B37-A3A5-193D850A6353}" type="presParOf" srcId="{9BD2627D-BD04-40C9-98F8-D8E1B91476E3}" destId="{780656E6-D7A0-4895-940C-E724AF2BAD2B}" srcOrd="12" destOrd="0" presId="urn:microsoft.com/office/officeart/2005/8/layout/cycle5"/>
    <dgm:cxn modelId="{6994A209-66EA-47EA-B867-9F4B56D12470}" type="presParOf" srcId="{9BD2627D-BD04-40C9-98F8-D8E1B91476E3}" destId="{2BDB18A1-C633-48DC-830D-E56649F9226B}" srcOrd="13" destOrd="0" presId="urn:microsoft.com/office/officeart/2005/8/layout/cycle5"/>
    <dgm:cxn modelId="{269E78B1-1BCE-40EC-9104-8985B9AFEC2A}" type="presParOf" srcId="{9BD2627D-BD04-40C9-98F8-D8E1B91476E3}" destId="{F92B29BA-1CD4-4F25-8721-F88CAB3AADAF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7CBFF-4DBD-4570-B8A8-0ED977684E84}">
      <dsp:nvSpPr>
        <dsp:cNvPr id="0" name=""/>
        <dsp:cNvSpPr/>
      </dsp:nvSpPr>
      <dsp:spPr>
        <a:xfrm>
          <a:off x="4544094" y="0"/>
          <a:ext cx="1427410" cy="92781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Придумать что хочу</a:t>
          </a:r>
        </a:p>
      </dsp:txBody>
      <dsp:txXfrm>
        <a:off x="4589386" y="45292"/>
        <a:ext cx="1336826" cy="837232"/>
      </dsp:txXfrm>
    </dsp:sp>
    <dsp:sp modelId="{3E818F7A-4BF5-4EAD-8DB7-031278C1581F}">
      <dsp:nvSpPr>
        <dsp:cNvPr id="0" name=""/>
        <dsp:cNvSpPr/>
      </dsp:nvSpPr>
      <dsp:spPr>
        <a:xfrm>
          <a:off x="3513705" y="506493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2662643" y="183978"/>
              </a:moveTo>
              <a:arcTo wR="1856803" hR="1856803" stAng="17743273" swAng="1262187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1A9A7A-D363-4033-A486-EE6AB40658D5}">
      <dsp:nvSpPr>
        <dsp:cNvPr id="0" name=""/>
        <dsp:cNvSpPr/>
      </dsp:nvSpPr>
      <dsp:spPr>
        <a:xfrm>
          <a:off x="6374876" y="1261271"/>
          <a:ext cx="1427410" cy="927816"/>
        </a:xfrm>
        <a:prstGeom prst="roundRect">
          <a:avLst/>
        </a:prstGeom>
        <a:gradFill rotWithShape="0">
          <a:gsLst>
            <a:gs pos="0">
              <a:schemeClr val="accent2">
                <a:hueOff val="-363841"/>
                <a:satOff val="-20982"/>
                <a:lumOff val="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63841"/>
                <a:satOff val="-20982"/>
                <a:lumOff val="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63841"/>
                <a:satOff val="-20982"/>
                <a:lumOff val="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Спросить </a:t>
          </a:r>
          <a:r>
            <a:rPr lang="ru-RU" sz="1400" kern="1200" dirty="0" err="1"/>
            <a:t>чатГПТ</a:t>
          </a:r>
          <a:endParaRPr lang="ru-RU" sz="1400" kern="1200" dirty="0"/>
        </a:p>
      </dsp:txBody>
      <dsp:txXfrm>
        <a:off x="6420168" y="1306563"/>
        <a:ext cx="1336826" cy="837232"/>
      </dsp:txXfrm>
    </dsp:sp>
    <dsp:sp modelId="{23A1AB4F-34B2-4BE9-AC33-83C6B5AD4784}">
      <dsp:nvSpPr>
        <dsp:cNvPr id="0" name=""/>
        <dsp:cNvSpPr/>
      </dsp:nvSpPr>
      <dsp:spPr>
        <a:xfrm>
          <a:off x="3465694" y="375167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3702471" y="2059865"/>
              </a:moveTo>
              <a:arcTo wR="1856803" hR="1856803" stAng="21976707" swAng="1412364"/>
            </a:path>
          </a:pathLst>
        </a:custGeom>
        <a:noFill/>
        <a:ln w="635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F30F8A-8076-4523-BF36-463DC6DBFF2F}">
      <dsp:nvSpPr>
        <dsp:cNvPr id="0" name=""/>
        <dsp:cNvSpPr/>
      </dsp:nvSpPr>
      <dsp:spPr>
        <a:xfrm>
          <a:off x="5635496" y="3360256"/>
          <a:ext cx="1427410" cy="927816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Разобраться в коде от </a:t>
          </a:r>
          <a:r>
            <a:rPr lang="ru-RU" sz="1400" kern="1200" dirty="0" err="1"/>
            <a:t>чатаГПТ</a:t>
          </a:r>
          <a:endParaRPr lang="ru-RU" sz="1400" kern="1200" dirty="0"/>
        </a:p>
      </dsp:txBody>
      <dsp:txXfrm>
        <a:off x="5680788" y="3405548"/>
        <a:ext cx="1336826" cy="837232"/>
      </dsp:txXfrm>
    </dsp:sp>
    <dsp:sp modelId="{72FBAE65-E404-4993-9FF2-7595346E6FEE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2085494" y="3699470"/>
              </a:moveTo>
              <a:arcTo wR="1856803" hR="1856803" stAng="4975518" swAng="848965"/>
            </a:path>
          </a:pathLst>
        </a:custGeom>
        <a:noFill/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ECE0C4-2159-490C-9DE4-C284751BD1D6}">
      <dsp:nvSpPr>
        <dsp:cNvPr id="0" name=""/>
        <dsp:cNvSpPr/>
      </dsp:nvSpPr>
      <dsp:spPr>
        <a:xfrm>
          <a:off x="3452692" y="3360256"/>
          <a:ext cx="1427410" cy="927816"/>
        </a:xfrm>
        <a:prstGeom prst="roundRect">
          <a:avLst/>
        </a:prstGeom>
        <a:gradFill rotWithShape="0">
          <a:gsLst>
            <a:gs pos="0">
              <a:schemeClr val="accent2">
                <a:hueOff val="-1091522"/>
                <a:satOff val="-62946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91522"/>
                <a:satOff val="-62946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91522"/>
                <a:satOff val="-62946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Переписать код руками для тренировки</a:t>
          </a:r>
        </a:p>
      </dsp:txBody>
      <dsp:txXfrm>
        <a:off x="3497984" y="3405548"/>
        <a:ext cx="1336826" cy="837232"/>
      </dsp:txXfrm>
    </dsp:sp>
    <dsp:sp modelId="{924546D4-999C-42BB-9C6F-1405F6ADA231}">
      <dsp:nvSpPr>
        <dsp:cNvPr id="0" name=""/>
        <dsp:cNvSpPr/>
      </dsp:nvSpPr>
      <dsp:spPr>
        <a:xfrm>
          <a:off x="3409281" y="477566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193341" y="2681796"/>
              </a:moveTo>
              <a:arcTo wR="1856803" hR="1856803" stAng="9217256" swAng="1325310"/>
            </a:path>
          </a:pathLst>
        </a:custGeom>
        <a:noFill/>
        <a:ln w="635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0656E6-D7A0-4895-940C-E724AF2BAD2B}">
      <dsp:nvSpPr>
        <dsp:cNvPr id="0" name=""/>
        <dsp:cNvSpPr/>
      </dsp:nvSpPr>
      <dsp:spPr>
        <a:xfrm>
          <a:off x="2778174" y="1313611"/>
          <a:ext cx="1427410" cy="927816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Выполнить код</a:t>
          </a:r>
        </a:p>
      </dsp:txBody>
      <dsp:txXfrm>
        <a:off x="2823466" y="1358903"/>
        <a:ext cx="1336826" cy="837232"/>
      </dsp:txXfrm>
    </dsp:sp>
    <dsp:sp modelId="{F92B29BA-1CD4-4F25-8721-F88CAB3AADAF}">
      <dsp:nvSpPr>
        <dsp:cNvPr id="0" name=""/>
        <dsp:cNvSpPr/>
      </dsp:nvSpPr>
      <dsp:spPr>
        <a:xfrm>
          <a:off x="3416694" y="457182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420995" y="679444"/>
              </a:moveTo>
              <a:arcTo wR="1856803" hR="1856803" stAng="13161100" swAng="1245928"/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303BD-6711-4E40-B950-9AC0E724A6F0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D506C-5125-43E0-B600-D6C060905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807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DEA0B-184B-490F-BF7C-3961437A6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75AE4C2-A120-490C-BB75-F768BFE56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57BA38-E0B8-4B34-8AEC-19056716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80DE-281C-45AC-8FA4-C322AB58BF7D}" type="datetime1">
              <a:rPr lang="ru-RU" smtClean="0"/>
              <a:t>24.04.2025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B511F3-5AA3-4D72-A9B3-03379724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11D9B6-92D0-483C-9464-CC6138F7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19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6E04E-0D0A-4F0B-9357-DE416699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ED6396-68B8-42EA-A264-6463435B4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210B86-9A38-4DDA-83D3-EBF40870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F36D-5158-471C-8531-CBF1B7078731}" type="datetime1">
              <a:rPr lang="ru-RU" smtClean="0"/>
              <a:t>24.04.2025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5BB9CA-83E8-4730-9708-6F0455CB8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30A93F-9607-4C4F-B677-90D6B472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11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25D4C-1951-47E8-9842-094A9099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1FE1D1-31AD-4355-90AB-89CEB9A02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A36ED1-5A7D-423C-A677-4110B2D4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1B1E-7EEF-4F56-8CF9-FF321D444CAB}" type="datetime1">
              <a:rPr lang="ru-RU" smtClean="0"/>
              <a:t>24.04.2025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814C00-264E-4F45-A9AC-7313DCDC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BC3354-C977-4F1C-AA48-67A9990D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23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E6FDA-BEB7-4699-8CEF-94EEE345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469E4-6431-4062-9F0C-660C21FE6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1C22D5-9A2F-455F-8B5C-CD3BFAAE1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1283CD-D8C2-4828-80D0-FA744B8E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AFBE-5585-4A62-9246-AA7766132389}" type="datetime1">
              <a:rPr lang="ru-RU" smtClean="0"/>
              <a:t>24.04.2025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AE6762-BB9F-459A-A33F-30A513757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EF81DF-E829-49AC-B6FB-DB2B47A1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09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22FBD-E0D9-4B55-A0EB-ECC5643E0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3D987B-C66C-4F3F-9A8C-2BE67AA89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93D299-B723-4FF2-AB66-2FAF7D11E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8CDDC7-8672-40AB-9813-2FAF06100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9107BE-CBF6-42D3-B562-6AF27724D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1722493-BBAE-4A13-B4A2-58251474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929F0-B324-4DD0-8EAE-2042831C54F4}" type="datetime1">
              <a:rPr lang="ru-RU" smtClean="0"/>
              <a:t>24.04.2025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AA4745-89E9-4C46-B61D-4D7EB9CF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59D4C8D-0243-4AF7-8313-810DC8CD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51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612BC7-CEC3-4BBA-A35C-97C2CEA2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121899-5F6F-4BF3-B2E6-87A511EB1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82D1D-2D7C-45F8-A677-37479787BA18}" type="datetime1">
              <a:rPr lang="ru-RU" smtClean="0"/>
              <a:t>24.04.2025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15405C4-505D-47F0-80BD-FAA31EFE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001B2B-CB1A-42CF-B472-28E289BA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69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0E4568-4D31-46AB-8F81-7E3A4703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E292-3DF8-44B7-9AE4-9FFF81568BE7}" type="datetime1">
              <a:rPr lang="ru-RU" smtClean="0"/>
              <a:t>24.04.2025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0334306-31A0-491E-B6E1-7EAFA5E8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C9E7D-D37A-4095-9180-E6A8C7E6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66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5EA20-F192-4474-AA9D-761809D9F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709132-4D5F-4E87-B53A-69D3018BE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2BBFDF-2826-407D-9E8F-3E423A9A1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CE8CB9-2622-4361-A580-1FB17DB0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E2CB-75E9-4737-BC2B-56DC4EBC9679}" type="datetime1">
              <a:rPr lang="ru-RU" smtClean="0"/>
              <a:t>24.04.2025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F3D5DB-DF43-47DC-A343-D8CA76A1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C2E7FA-6336-4CC9-8547-E6B97E0D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98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6C63B-21EB-4222-902B-B245E626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697AD3-8A3B-4B46-B231-5F441F504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CA7907-DDDE-43FB-8A67-1D4EAE516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C41975-D38F-4190-A2D0-91D4A14C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F5F-E168-45A1-BA6F-A2A4D72A7B8D}" type="datetime1">
              <a:rPr lang="ru-RU" smtClean="0"/>
              <a:t>24.04.2025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7CF8BA-CEAE-43EC-A05D-D6CB55A6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A3BA87-0DD1-4A59-B704-E64BFEC1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02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6214AA-1D5D-411A-A29C-12B8DC16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62C288-A03F-46CE-8C05-5AC21DFD2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2E188D-E32C-4989-B7CE-6E8D44CD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2252D-B41D-40DF-84EF-A22FD4D297D3}" type="datetime1">
              <a:rPr lang="ru-RU" smtClean="0"/>
              <a:t>24.04.2025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44E24E-2908-439C-BB6C-F4EA8D20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367367-F11D-4429-A760-AA9F96A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010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CABE98D-E822-4819-B5AA-DF326F553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F0F170-A42D-4305-B2A3-341AAFFF0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20E23C-5D4A-42E5-A46B-5CFFE162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0D87-2ADD-4B2A-9006-92F4E9BBA873}" type="datetime1">
              <a:rPr lang="ru-RU" smtClean="0"/>
              <a:t>24.04.2025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5952F9-85D5-4B2E-8381-9E3E09A25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14F25D-1215-4CD6-A75D-454B421B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9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933BD-934B-4ADB-A5E0-21083DB2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425F36-3BCA-40EF-8533-92EC17F88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2236B2-4EF1-42D5-98A1-A734EDF7F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4FB9C-2CB6-4740-AD48-5B656A9B6EA2}" type="datetime1">
              <a:rPr lang="ru-RU" smtClean="0"/>
              <a:t>24.04.2025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6673A6-7CB8-4FBD-A624-26DBE47B4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D5F21E-7984-4DAE-8903-439138278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94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1C2BC-3BF3-4DC9-AF17-2FAEFD7E5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2871"/>
          </a:xfrm>
        </p:spPr>
        <p:txBody>
          <a:bodyPr/>
          <a:lstStyle/>
          <a:p>
            <a:r>
              <a:rPr lang="ru-RU" dirty="0"/>
              <a:t>Зачем демо?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289D53-CD04-4526-A41C-4253974E3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66299"/>
            <a:ext cx="9144000" cy="3112851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А чем еще заняться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Поучаствовать в демо со стороны разработки и продукта, а не СМ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Поделиться радостью от первого проекта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Получить ОС по продукту и по организации демо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3D8E76-534C-42AB-A446-031570CF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78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99B2C-47FF-4C4D-A551-0F0B5575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за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39FCE-0CE1-42ED-9DBA-F6B6867DC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Есть чат по </a:t>
            </a:r>
            <a:r>
              <a:rPr lang="ru-RU" dirty="0" err="1"/>
              <a:t>ожиманиям</a:t>
            </a:r>
            <a:r>
              <a:rPr lang="ru-RU" dirty="0"/>
              <a:t> в </a:t>
            </a:r>
            <a:r>
              <a:rPr lang="ru-RU" dirty="0" err="1"/>
              <a:t>Вотсап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Давно хочу автоматизировать сбор статистики </a:t>
            </a:r>
          </a:p>
          <a:p>
            <a:pPr>
              <a:lnSpc>
                <a:spcPct val="150000"/>
              </a:lnSpc>
            </a:pPr>
            <a:r>
              <a:rPr lang="ru-RU" dirty="0"/>
              <a:t>Цели скрипта: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Выгрузить данные из </a:t>
            </a:r>
            <a:r>
              <a:rPr lang="ru-RU" dirty="0" err="1"/>
              <a:t>Вотсап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dirty="0"/>
              <a:t>Сгруппировать их по людям и показать недельную статистику</a:t>
            </a:r>
          </a:p>
          <a:p>
            <a:pPr lvl="1">
              <a:lnSpc>
                <a:spcPct val="150000"/>
              </a:lnSpc>
            </a:pP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BF4B88-CB5C-49AE-BF32-3A77D62E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286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27EB3-07E7-4973-8C06-703E4305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44BD5B-EDCD-4F29-BA98-12D930324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51958"/>
          </a:xfrm>
        </p:spPr>
        <p:txBody>
          <a:bodyPr numCol="2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3600" dirty="0" err="1"/>
              <a:t>ChatGPT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3600" dirty="0"/>
              <a:t>Python</a:t>
            </a:r>
          </a:p>
          <a:p>
            <a:pPr>
              <a:lnSpc>
                <a:spcPct val="160000"/>
              </a:lnSpc>
            </a:pPr>
            <a:r>
              <a:rPr lang="en-US" sz="3600" dirty="0" err="1"/>
              <a:t>VSCode</a:t>
            </a:r>
            <a:endParaRPr lang="en-US" sz="3600" dirty="0"/>
          </a:p>
          <a:p>
            <a:pPr>
              <a:lnSpc>
                <a:spcPct val="160000"/>
              </a:lnSpc>
            </a:pP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3600" dirty="0" err="1"/>
              <a:t>Mimo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3600" dirty="0"/>
              <a:t>WA desktop app</a:t>
            </a:r>
            <a:endParaRPr lang="ru-RU" sz="3600" dirty="0"/>
          </a:p>
          <a:p>
            <a:pPr>
              <a:lnSpc>
                <a:spcPct val="160000"/>
              </a:lnSpc>
            </a:pPr>
            <a:r>
              <a:rPr lang="en-US" sz="3600" dirty="0"/>
              <a:t>Jira online</a:t>
            </a:r>
            <a:endParaRPr lang="ru-RU" sz="360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D5C992F9-0AA9-41F2-855D-925E04993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45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C5FC0-35D6-4E5F-B093-40A767E9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Метод работы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330408E-8978-404F-9ACB-03786CE72F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4684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B644C7-2D17-4967-9CA4-98E7D31C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46930EA-36EF-494B-A15A-9DB1D22C206B}"/>
              </a:ext>
            </a:extLst>
          </p:cNvPr>
          <p:cNvSpPr/>
          <p:nvPr/>
        </p:nvSpPr>
        <p:spPr>
          <a:xfrm>
            <a:off x="9098605" y="1690688"/>
            <a:ext cx="1381328" cy="1173788"/>
          </a:xfrm>
          <a:prstGeom prst="roundRect">
            <a:avLst/>
          </a:prstGeom>
          <a:gradFill rotWithShape="0">
            <a:gsLst>
              <a:gs pos="0">
                <a:srgbClr val="ED7D31">
                  <a:hueOff val="-363841"/>
                  <a:satOff val="-20982"/>
                  <a:lumOff val="2157"/>
                  <a:alphaOff val="0"/>
                  <a:satMod val="103000"/>
                  <a:lumMod val="102000"/>
                  <a:tint val="94000"/>
                </a:srgbClr>
              </a:gs>
              <a:gs pos="50000">
                <a:srgbClr val="ED7D31">
                  <a:hueOff val="-363841"/>
                  <a:satOff val="-20982"/>
                  <a:lumOff val="2157"/>
                  <a:alphaOff val="0"/>
                  <a:satMod val="110000"/>
                  <a:lumMod val="100000"/>
                  <a:shade val="100000"/>
                </a:srgbClr>
              </a:gs>
              <a:gs pos="100000">
                <a:srgbClr val="ED7D31">
                  <a:hueOff val="-363841"/>
                  <a:satOff val="-20982"/>
                  <a:lumOff val="2157"/>
                  <a:alphaOff val="0"/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Попросить дать общую схему и подсказки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876EC61-4ECD-46A7-9F29-E0E759159EE8}"/>
              </a:ext>
            </a:extLst>
          </p:cNvPr>
          <p:cNvSpPr/>
          <p:nvPr/>
        </p:nvSpPr>
        <p:spPr>
          <a:xfrm>
            <a:off x="9199124" y="3603145"/>
            <a:ext cx="1381328" cy="1173788"/>
          </a:xfrm>
          <a:prstGeom prst="roundRect">
            <a:avLst/>
          </a:prstGeom>
          <a:gradFill rotWithShape="0">
            <a:gsLst>
              <a:gs pos="0">
                <a:srgbClr val="ED7D31">
                  <a:hueOff val="-727682"/>
                  <a:satOff val="-41964"/>
                  <a:lumOff val="4314"/>
                  <a:alphaOff val="0"/>
                  <a:satMod val="103000"/>
                  <a:lumMod val="102000"/>
                  <a:tint val="94000"/>
                </a:srgbClr>
              </a:gs>
              <a:gs pos="50000">
                <a:srgbClr val="ED7D31">
                  <a:hueOff val="-727682"/>
                  <a:satOff val="-41964"/>
                  <a:lumOff val="4314"/>
                  <a:alphaOff val="0"/>
                  <a:satMod val="110000"/>
                  <a:lumMod val="100000"/>
                  <a:shade val="100000"/>
                </a:srgbClr>
              </a:gs>
              <a:gs pos="100000">
                <a:srgbClr val="ED7D31">
                  <a:hueOff val="-727682"/>
                  <a:satOff val="-41964"/>
                  <a:lumOff val="4314"/>
                  <a:alphaOff val="0"/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Разобраться самому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FCC9AD6-EAFC-416C-96A7-3A36B8BAB125}"/>
              </a:ext>
            </a:extLst>
          </p:cNvPr>
          <p:cNvSpPr/>
          <p:nvPr/>
        </p:nvSpPr>
        <p:spPr>
          <a:xfrm>
            <a:off x="5718242" y="2793140"/>
            <a:ext cx="755515" cy="564524"/>
          </a:xfrm>
          <a:prstGeom prst="roundRect">
            <a:avLst/>
          </a:prstGeom>
          <a:gradFill rotWithShape="0">
            <a:gsLst>
              <a:gs pos="0">
                <a:srgbClr val="ED7D31">
                  <a:hueOff val="0"/>
                  <a:satOff val="0"/>
                  <a:lumOff val="0"/>
                  <a:alphaOff val="0"/>
                  <a:satMod val="103000"/>
                  <a:lumMod val="102000"/>
                  <a:tint val="94000"/>
                </a:srgbClr>
              </a:gs>
              <a:gs pos="50000">
                <a:srgbClr val="ED7D3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rgbClr>
              </a:gs>
              <a:gs pos="100000">
                <a:srgbClr val="ED7D3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Баг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34C0C74-42F0-4A87-83CF-B0EE20A909DA}"/>
              </a:ext>
            </a:extLst>
          </p:cNvPr>
          <p:cNvSpPr/>
          <p:nvPr/>
        </p:nvSpPr>
        <p:spPr>
          <a:xfrm>
            <a:off x="278861" y="5365124"/>
            <a:ext cx="1381328" cy="117378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Прошу ИИ меня поддерживать и подбадривать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647FE1-4B4F-426E-80E7-258F3817FF78}"/>
              </a:ext>
            </a:extLst>
          </p:cNvPr>
          <p:cNvSpPr txBox="1"/>
          <p:nvPr/>
        </p:nvSpPr>
        <p:spPr>
          <a:xfrm>
            <a:off x="162129" y="4928324"/>
            <a:ext cx="172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Дополнительно</a:t>
            </a:r>
          </a:p>
        </p:txBody>
      </p:sp>
    </p:spTree>
    <p:extLst>
      <p:ext uri="{BB962C8B-B14F-4D97-AF65-F5344CB8AC3E}">
        <p14:creationId xmlns:p14="http://schemas.microsoft.com/office/powerpoint/2010/main" val="167610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91D83-8029-4EC5-B4FC-A70C43CE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ru-RU" dirty="0"/>
            </a:br>
            <a:r>
              <a:rPr lang="ru-RU" dirty="0"/>
              <a:t>Как выгрузить данные из </a:t>
            </a:r>
            <a:r>
              <a:rPr lang="ru-RU" dirty="0" err="1"/>
              <a:t>Вотсап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769B70-1AA5-494F-98D6-6775DEB95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не сработало</a:t>
            </a:r>
          </a:p>
          <a:p>
            <a:pPr lvl="1"/>
            <a:r>
              <a:rPr lang="en-US" dirty="0"/>
              <a:t>API </a:t>
            </a:r>
            <a:r>
              <a:rPr lang="en-US" dirty="0" err="1"/>
              <a:t>Whatsapp</a:t>
            </a:r>
            <a:r>
              <a:rPr lang="en-US" dirty="0"/>
              <a:t> </a:t>
            </a:r>
            <a:endParaRPr lang="ru-RU" dirty="0"/>
          </a:p>
          <a:p>
            <a:pPr lvl="1"/>
            <a:r>
              <a:rPr lang="ru-RU" dirty="0"/>
              <a:t>Использование </a:t>
            </a:r>
            <a:r>
              <a:rPr lang="en-US" dirty="0"/>
              <a:t>Selenium </a:t>
            </a:r>
            <a:r>
              <a:rPr lang="ru-RU" dirty="0"/>
              <a:t>для получения данных из </a:t>
            </a:r>
            <a:r>
              <a:rPr lang="ru-RU" dirty="0" err="1"/>
              <a:t>Вотсап</a:t>
            </a:r>
            <a:endParaRPr lang="ru-RU" dirty="0"/>
          </a:p>
          <a:p>
            <a:r>
              <a:rPr lang="ru-RU" dirty="0"/>
              <a:t>Что сработало</a:t>
            </a:r>
          </a:p>
          <a:p>
            <a:pPr lvl="1"/>
            <a:r>
              <a:rPr lang="ru-RU" dirty="0"/>
              <a:t>Доступ к клавиатуре и мыши </a:t>
            </a:r>
            <a:r>
              <a:rPr lang="ru-RU" dirty="0" err="1"/>
              <a:t>виндоуз</a:t>
            </a:r>
            <a:r>
              <a:rPr lang="ru-RU" dirty="0"/>
              <a:t> и тупо скопи-</a:t>
            </a:r>
            <a:r>
              <a:rPr lang="ru-RU" dirty="0" err="1"/>
              <a:t>пастить</a:t>
            </a:r>
            <a:r>
              <a:rPr lang="ru-RU" dirty="0"/>
              <a:t> сообщения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02B03B-9AF8-4998-98B3-FCB67723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97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Версия	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Открывает десктоп приложения через </a:t>
            </a:r>
            <a:r>
              <a:rPr lang="en-US" dirty="0" err="1"/>
              <a:t>alt+tab</a:t>
            </a:r>
            <a:r>
              <a:rPr lang="ru-RU" dirty="0"/>
              <a:t> и копирует сообщения из группы</a:t>
            </a:r>
          </a:p>
          <a:p>
            <a:r>
              <a:rPr lang="ru-RU" dirty="0"/>
              <a:t>Вставляет в новый </a:t>
            </a:r>
            <a:r>
              <a:rPr lang="en-US" dirty="0"/>
              <a:t>txt</a:t>
            </a:r>
            <a:r>
              <a:rPr lang="ru-RU" dirty="0"/>
              <a:t> файл с текущей датой</a:t>
            </a:r>
          </a:p>
          <a:p>
            <a:r>
              <a:rPr lang="ru-RU" dirty="0"/>
              <a:t>Работает с </a:t>
            </a:r>
            <a:r>
              <a:rPr lang="en-US" dirty="0"/>
              <a:t>txt </a:t>
            </a:r>
            <a:r>
              <a:rPr lang="ru-RU" dirty="0"/>
              <a:t>файлом:</a:t>
            </a:r>
          </a:p>
          <a:p>
            <a:pPr lvl="1"/>
            <a:r>
              <a:rPr lang="ru-RU" dirty="0"/>
              <a:t>Учится понимать паттерн где дата, где юзер, где отжимания</a:t>
            </a:r>
          </a:p>
          <a:p>
            <a:pPr lvl="1"/>
            <a:r>
              <a:rPr lang="ru-RU" dirty="0"/>
              <a:t>Понимает какая неделя предыдущая и какая до нее</a:t>
            </a:r>
          </a:p>
          <a:p>
            <a:pPr lvl="1"/>
            <a:r>
              <a:rPr lang="ru-RU" dirty="0"/>
              <a:t>Суммирует данные по каждому юзеру за каждую неделю</a:t>
            </a:r>
          </a:p>
          <a:p>
            <a:pPr lvl="1"/>
            <a:r>
              <a:rPr lang="ru-RU" dirty="0"/>
              <a:t>Сравнивает 2 недели и показывает изменение с комментарием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3DA8CB-E34C-4E02-81B3-4C481648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59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Версия	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Открывает десктоп через пуск, делает окно полноэкранным и копирует сообщения из группы</a:t>
            </a:r>
          </a:p>
          <a:p>
            <a:r>
              <a:rPr lang="ru-RU" dirty="0"/>
              <a:t>Вставляет в общий </a:t>
            </a:r>
            <a:r>
              <a:rPr lang="en-US" dirty="0"/>
              <a:t>txt</a:t>
            </a:r>
            <a:r>
              <a:rPr lang="ru-RU" dirty="0"/>
              <a:t> файл новые данные, если их еще не было раньше</a:t>
            </a:r>
          </a:p>
          <a:p>
            <a:r>
              <a:rPr lang="ru-RU" dirty="0" err="1"/>
              <a:t>Доп</a:t>
            </a:r>
            <a:r>
              <a:rPr lang="ru-RU" dirty="0"/>
              <a:t> скрипт достать старые данные, не копируя все</a:t>
            </a:r>
          </a:p>
          <a:p>
            <a:r>
              <a:rPr lang="ru-RU" dirty="0">
                <a:solidFill>
                  <a:srgbClr val="FF0000"/>
                </a:solidFill>
              </a:rPr>
              <a:t>Месячная статистика</a:t>
            </a:r>
          </a:p>
          <a:p>
            <a:r>
              <a:rPr lang="ru-RU" dirty="0"/>
              <a:t>Смешные и уникальные награды недели через </a:t>
            </a:r>
            <a:r>
              <a:rPr lang="ru-RU" dirty="0" err="1"/>
              <a:t>чатгпт</a:t>
            </a:r>
            <a:endParaRPr lang="ru-RU" dirty="0"/>
          </a:p>
          <a:p>
            <a:r>
              <a:rPr lang="ru-RU" dirty="0"/>
              <a:t>Работа скрипта с разными разрешениями</a:t>
            </a:r>
          </a:p>
        </p:txBody>
      </p:sp>
      <p:sp>
        <p:nvSpPr>
          <p:cNvPr id="5" name="Левая фигурная скобка 4">
            <a:extLst>
              <a:ext uri="{FF2B5EF4-FFF2-40B4-BE49-F238E27FC236}">
                <a16:creationId xmlns:a16="http://schemas.microsoft.com/office/drawing/2014/main" id="{27E6959F-D0CB-40DD-A5E0-FC9A0BFF8F63}"/>
              </a:ext>
            </a:extLst>
          </p:cNvPr>
          <p:cNvSpPr/>
          <p:nvPr/>
        </p:nvSpPr>
        <p:spPr>
          <a:xfrm>
            <a:off x="760476" y="3657600"/>
            <a:ext cx="155448" cy="914400"/>
          </a:xfrm>
          <a:prstGeom prst="leftBrac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72872-6596-42D0-8A4A-887A197B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950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Версия	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Диаграмма в </a:t>
            </a:r>
            <a:r>
              <a:rPr lang="ru-RU" dirty="0" err="1">
                <a:solidFill>
                  <a:srgbClr val="FF0000"/>
                </a:solidFill>
              </a:rPr>
              <a:t>Эксель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 err="1">
                <a:solidFill>
                  <a:srgbClr val="FF0000"/>
                </a:solidFill>
              </a:rPr>
              <a:t>Подгрузка</a:t>
            </a:r>
            <a:r>
              <a:rPr lang="ru-RU" dirty="0">
                <a:solidFill>
                  <a:srgbClr val="FF0000"/>
                </a:solidFill>
              </a:rPr>
              <a:t> в </a:t>
            </a:r>
            <a:r>
              <a:rPr lang="ru-RU" dirty="0" err="1">
                <a:solidFill>
                  <a:srgbClr val="FF0000"/>
                </a:solidFill>
              </a:rPr>
              <a:t>гугл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докс</a:t>
            </a:r>
            <a:r>
              <a:rPr lang="ru-RU" dirty="0">
                <a:solidFill>
                  <a:srgbClr val="FF0000"/>
                </a:solidFill>
              </a:rPr>
              <a:t> через </a:t>
            </a:r>
            <a:r>
              <a:rPr lang="ru-RU" dirty="0" err="1">
                <a:solidFill>
                  <a:srgbClr val="FF0000"/>
                </a:solidFill>
              </a:rPr>
              <a:t>апи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Табличка в </a:t>
            </a:r>
            <a:r>
              <a:rPr lang="ru-RU" dirty="0" err="1">
                <a:solidFill>
                  <a:srgbClr val="FF0000"/>
                </a:solidFill>
              </a:rPr>
              <a:t>эксель</a:t>
            </a:r>
            <a:r>
              <a:rPr lang="ru-RU" dirty="0">
                <a:solidFill>
                  <a:srgbClr val="FF0000"/>
                </a:solidFill>
              </a:rPr>
              <a:t> с изменением </a:t>
            </a:r>
            <a:r>
              <a:rPr lang="ru-RU" dirty="0" err="1">
                <a:solidFill>
                  <a:srgbClr val="FF0000"/>
                </a:solidFill>
              </a:rPr>
              <a:t>абс</a:t>
            </a:r>
            <a:r>
              <a:rPr lang="ru-RU" dirty="0">
                <a:solidFill>
                  <a:srgbClr val="FF0000"/>
                </a:solidFill>
              </a:rPr>
              <a:t> и </a:t>
            </a:r>
            <a:r>
              <a:rPr lang="ru-RU" dirty="0" err="1">
                <a:solidFill>
                  <a:srgbClr val="FF0000"/>
                </a:solidFill>
              </a:rPr>
              <a:t>отн</a:t>
            </a:r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FBFE5E8-669B-44F6-8656-D4F7B67F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978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5F292-D423-4A4E-BE5D-076D477D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связь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7E94C-7222-4C0A-909A-2B0A4611E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Использовать систему версионности кода </a:t>
            </a:r>
            <a:r>
              <a:rPr lang="en-US" dirty="0"/>
              <a:t>git (Source control)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32817B-13BF-452D-901C-D68E3214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0645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9080</TotalTime>
  <Words>347</Words>
  <Application>Microsoft Office PowerPoint</Application>
  <PresentationFormat>Широкоэкранный</PresentationFormat>
  <Paragraphs>66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Зачем демо?</vt:lpstr>
      <vt:lpstr>Что за проект</vt:lpstr>
      <vt:lpstr>Инструменты</vt:lpstr>
      <vt:lpstr>Метод работы</vt:lpstr>
      <vt:lpstr> Как выгрузить данные из Вотсап</vt:lpstr>
      <vt:lpstr>Версия 1</vt:lpstr>
      <vt:lpstr>Версия 2</vt:lpstr>
      <vt:lpstr>Версия 3</vt:lpstr>
      <vt:lpstr>Обратная связь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Anton Pelepelin</dc:creator>
  <cp:lastModifiedBy>Anton Pelepelin</cp:lastModifiedBy>
  <cp:revision>19</cp:revision>
  <dcterms:created xsi:type="dcterms:W3CDTF">2025-04-17T20:01:08Z</dcterms:created>
  <dcterms:modified xsi:type="dcterms:W3CDTF">2025-04-26T03:16:25Z</dcterms:modified>
</cp:coreProperties>
</file>